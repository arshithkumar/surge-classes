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67" r:id="rId4"/>
    <p:sldId id="268" r:id="rId5"/>
    <p:sldId id="257" r:id="rId6"/>
    <p:sldId id="258" r:id="rId7"/>
    <p:sldId id="259" r:id="rId8"/>
    <p:sldId id="269" r:id="rId9"/>
    <p:sldId id="272" r:id="rId10"/>
    <p:sldId id="271" r:id="rId11"/>
    <p:sldId id="270" r:id="rId12"/>
    <p:sldId id="273" r:id="rId13"/>
    <p:sldId id="274" r:id="rId14"/>
    <p:sldId id="275" r:id="rId15"/>
    <p:sldId id="276" r:id="rId16"/>
    <p:sldId id="27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Intro Talk\Surge Intr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361950"/>
            <a:ext cx="8032750" cy="613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09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1752600"/>
            <a:ext cx="563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rgbClr val="002060"/>
                </a:solidFill>
              </a:rPr>
              <a:t>Team Introduction</a:t>
            </a:r>
            <a:endParaRPr lang="en-IN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06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1905000"/>
            <a:ext cx="563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rgbClr val="002060"/>
                </a:solidFill>
              </a:rPr>
              <a:t>Resume</a:t>
            </a:r>
            <a:endParaRPr lang="en-IN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58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1905000"/>
            <a:ext cx="563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rgbClr val="002060"/>
                </a:solidFill>
              </a:rPr>
              <a:t>Weapons</a:t>
            </a:r>
            <a:endParaRPr lang="en-IN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5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Story _ 1</a:t>
            </a:r>
            <a:endParaRPr lang="en-IN" dirty="0"/>
          </a:p>
        </p:txBody>
      </p:sp>
      <p:pic>
        <p:nvPicPr>
          <p:cNvPr id="1026" name="Picture 2" descr="D:\SRKR_SURGE\Session_1\Images\Steve_Wozniak_by_Gage_Skidmore_3_(cropped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71600"/>
            <a:ext cx="72390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06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Story _ 1</a:t>
            </a:r>
            <a:endParaRPr lang="en-IN" dirty="0"/>
          </a:p>
        </p:txBody>
      </p:sp>
      <p:pic>
        <p:nvPicPr>
          <p:cNvPr id="1026" name="Picture 2" descr="D:\SRKR_SURGE\Session_1\Images\Steve_Wozniak_by_Gage_Skidmore_3_(cropped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62200"/>
            <a:ext cx="3048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SRKR_SURGE\Session_1\Images\104524287-GettyImages-8082332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28800"/>
            <a:ext cx="43434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4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Story _ 1: Steve </a:t>
            </a:r>
            <a:r>
              <a:rPr lang="en-US" dirty="0" err="1" smtClean="0"/>
              <a:t>Woznaik</a:t>
            </a:r>
            <a:endParaRPr lang="en-IN" dirty="0"/>
          </a:p>
        </p:txBody>
      </p:sp>
      <p:pic>
        <p:nvPicPr>
          <p:cNvPr id="1026" name="Picture 2" descr="D:\SRKR_SURGE\Session_1\Images\Steve_Wozniak_by_Gage_Skidmore_3_(cropped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62200"/>
            <a:ext cx="3048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:\SRKR_SURGE\Session_1\Images\104524287-GettyImages-8082332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28800"/>
            <a:ext cx="43434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66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600" y="2514600"/>
            <a:ext cx="861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rgbClr val="002060"/>
                </a:solidFill>
              </a:rPr>
              <a:t>Calculator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5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524000"/>
            <a:ext cx="86106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002060"/>
                </a:solidFill>
              </a:rPr>
              <a:t>Computer</a:t>
            </a:r>
          </a:p>
          <a:p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b="1" dirty="0" smtClean="0">
                <a:solidFill>
                  <a:srgbClr val="002060"/>
                </a:solidFill>
              </a:rPr>
              <a:t>Programming Language</a:t>
            </a:r>
          </a:p>
          <a:p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b="1" dirty="0" smtClean="0">
                <a:solidFill>
                  <a:srgbClr val="002060"/>
                </a:solidFill>
              </a:rPr>
              <a:t>Python</a:t>
            </a:r>
            <a:endParaRPr lang="en-US" sz="4000" b="1" dirty="0">
              <a:solidFill>
                <a:srgbClr val="00206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42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403836"/>
            <a:ext cx="86106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magic </a:t>
            </a:r>
            <a:r>
              <a:rPr lang="en-US" dirty="0" err="1"/>
              <a:t>boxs</a:t>
            </a:r>
            <a:r>
              <a:rPr lang="en-US" dirty="0"/>
              <a:t> for you to help in accomplishing some tasks in data </a:t>
            </a:r>
            <a:r>
              <a:rPr lang="en-US" dirty="0" smtClean="0"/>
              <a:t>science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task_1(functionality_1</a:t>
            </a:r>
            <a:r>
              <a:rPr lang="en-US" dirty="0"/>
              <a:t>) function_1</a:t>
            </a:r>
          </a:p>
          <a:p>
            <a:r>
              <a:rPr lang="en-US" dirty="0"/>
              <a:t>task_2(functionality_2) function_2</a:t>
            </a:r>
          </a:p>
          <a:p>
            <a:r>
              <a:rPr lang="en-US" dirty="0"/>
              <a:t>task_3(functionality_3) function_3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task_4(functionality_4) function_4</a:t>
            </a:r>
          </a:p>
          <a:p>
            <a:r>
              <a:rPr lang="en-US" dirty="0"/>
              <a:t>task_5(functionality_5) function_5</a:t>
            </a:r>
          </a:p>
          <a:p>
            <a:r>
              <a:rPr lang="en-US" dirty="0"/>
              <a:t>task_6(functionality_6) function_6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task_7(functionality_7) function_7</a:t>
            </a:r>
          </a:p>
          <a:p>
            <a:r>
              <a:rPr lang="en-US" dirty="0"/>
              <a:t>task_8(functionality_8) function_8</a:t>
            </a:r>
          </a:p>
          <a:p>
            <a:r>
              <a:rPr lang="en-US" dirty="0"/>
              <a:t>task_9(functionality_9) function_9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task_10(functionality_10) function_10</a:t>
            </a:r>
          </a:p>
          <a:p>
            <a:r>
              <a:rPr lang="en-US" dirty="0"/>
              <a:t>task_11(functionality_11) function_11</a:t>
            </a:r>
          </a:p>
          <a:p>
            <a:r>
              <a:rPr lang="en-US" dirty="0"/>
              <a:t>task_12(functionality_12) function_12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41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403836"/>
            <a:ext cx="8610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magic </a:t>
            </a:r>
            <a:r>
              <a:rPr lang="en-US" dirty="0" err="1"/>
              <a:t>boxs</a:t>
            </a:r>
            <a:r>
              <a:rPr lang="en-US" dirty="0"/>
              <a:t> for you to help in accomplishing some tasks in data </a:t>
            </a:r>
            <a:r>
              <a:rPr lang="en-US" dirty="0" smtClean="0"/>
              <a:t>science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task_1(functionality_1</a:t>
            </a:r>
            <a:r>
              <a:rPr lang="en-US" dirty="0"/>
              <a:t>) function_1</a:t>
            </a:r>
          </a:p>
          <a:p>
            <a:r>
              <a:rPr lang="en-US" dirty="0"/>
              <a:t>task_2(functionality_2) function_2</a:t>
            </a:r>
          </a:p>
          <a:p>
            <a:r>
              <a:rPr lang="en-US" dirty="0"/>
              <a:t>task_3(functionality_3) function_3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task_4(functionality_4) function_4</a:t>
            </a:r>
          </a:p>
          <a:p>
            <a:r>
              <a:rPr lang="en-US" dirty="0"/>
              <a:t>task_5(functionality_5) function_5</a:t>
            </a:r>
          </a:p>
          <a:p>
            <a:r>
              <a:rPr lang="en-US" dirty="0"/>
              <a:t>task_6(functionality_6) function_6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task_7(functionality_7) function_7</a:t>
            </a:r>
          </a:p>
          <a:p>
            <a:r>
              <a:rPr lang="en-US" dirty="0"/>
              <a:t>task_8(functionality_8) function_8</a:t>
            </a:r>
          </a:p>
          <a:p>
            <a:r>
              <a:rPr lang="en-US" dirty="0"/>
              <a:t>task_9(functionality_9) function_9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task_10(functionality_10) function_10</a:t>
            </a:r>
          </a:p>
          <a:p>
            <a:r>
              <a:rPr lang="en-US" dirty="0"/>
              <a:t>task_11(functionality_11) function_11</a:t>
            </a:r>
          </a:p>
          <a:p>
            <a:r>
              <a:rPr lang="en-US" dirty="0"/>
              <a:t>task_12(functionality_12) function_12</a:t>
            </a:r>
          </a:p>
          <a:p>
            <a:endParaRPr lang="en-US" dirty="0"/>
          </a:p>
          <a:p>
            <a:r>
              <a:rPr lang="en-US" dirty="0"/>
              <a:t>These are present inside the magic </a:t>
            </a:r>
            <a:r>
              <a:rPr lang="en-US" dirty="0" smtClean="0"/>
              <a:t>box(these magic boxes are package </a:t>
            </a:r>
            <a:r>
              <a:rPr lang="en-US" dirty="0"/>
              <a:t>or library)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4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143000"/>
            <a:ext cx="8610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class_1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function_1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function_2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function_3</a:t>
            </a:r>
          </a:p>
          <a:p>
            <a:r>
              <a:rPr lang="en-US" dirty="0">
                <a:solidFill>
                  <a:srgbClr val="002060"/>
                </a:solidFill>
              </a:rPr>
              <a:t>class_2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function_4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function_5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function_6   </a:t>
            </a:r>
          </a:p>
          <a:p>
            <a:r>
              <a:rPr lang="en-US" dirty="0">
                <a:solidFill>
                  <a:srgbClr val="002060"/>
                </a:solidFill>
              </a:rPr>
              <a:t>class_3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function_7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function_8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function_9</a:t>
            </a:r>
          </a:p>
          <a:p>
            <a:r>
              <a:rPr lang="en-US" dirty="0">
                <a:solidFill>
                  <a:srgbClr val="002060"/>
                </a:solidFill>
              </a:rPr>
              <a:t>class_4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function_10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function_11</a:t>
            </a:r>
          </a:p>
          <a:p>
            <a:r>
              <a:rPr lang="en-US" dirty="0">
                <a:solidFill>
                  <a:srgbClr val="002060"/>
                </a:solidFill>
              </a:rPr>
              <a:t>    function_12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57400" y="2286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Organised</a:t>
            </a:r>
            <a:r>
              <a:rPr lang="en-US" dirty="0" smtClean="0">
                <a:solidFill>
                  <a:srgbClr val="002060"/>
                </a:solidFill>
              </a:rPr>
              <a:t> Structure</a:t>
            </a:r>
            <a:endParaRPr lang="en-US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61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143000"/>
            <a:ext cx="8610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module_1</a:t>
            </a:r>
          </a:p>
          <a:p>
            <a:r>
              <a:rPr lang="en-US" dirty="0">
                <a:solidFill>
                  <a:srgbClr val="002060"/>
                </a:solidFill>
              </a:rPr>
              <a:t>    class_1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function_1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function_2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function_3</a:t>
            </a:r>
          </a:p>
          <a:p>
            <a:r>
              <a:rPr lang="en-US" dirty="0">
                <a:solidFill>
                  <a:srgbClr val="002060"/>
                </a:solidFill>
              </a:rPr>
              <a:t>    class_2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function_4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function_5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function_6 </a:t>
            </a:r>
          </a:p>
          <a:p>
            <a:r>
              <a:rPr lang="en-US" dirty="0">
                <a:solidFill>
                  <a:srgbClr val="002060"/>
                </a:solidFill>
              </a:rPr>
              <a:t>module_2</a:t>
            </a:r>
          </a:p>
          <a:p>
            <a:r>
              <a:rPr lang="en-US" dirty="0">
                <a:solidFill>
                  <a:srgbClr val="002060"/>
                </a:solidFill>
              </a:rPr>
              <a:t>    class_3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function_7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function_8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function_9</a:t>
            </a:r>
          </a:p>
          <a:p>
            <a:r>
              <a:rPr lang="en-US" dirty="0">
                <a:solidFill>
                  <a:srgbClr val="002060"/>
                </a:solidFill>
              </a:rPr>
              <a:t>    class_4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function_10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function_11</a:t>
            </a:r>
          </a:p>
          <a:p>
            <a:r>
              <a:rPr lang="en-US" dirty="0">
                <a:solidFill>
                  <a:srgbClr val="002060"/>
                </a:solidFill>
              </a:rPr>
              <a:t>        function_12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57400" y="2286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Organised</a:t>
            </a:r>
            <a:r>
              <a:rPr lang="en-US" dirty="0" smtClean="0">
                <a:solidFill>
                  <a:srgbClr val="002060"/>
                </a:solidFill>
              </a:rPr>
              <a:t> Structure</a:t>
            </a:r>
            <a:endParaRPr lang="en-US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16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762000"/>
            <a:ext cx="86106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package/library</a:t>
            </a:r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library</a:t>
            </a:r>
          </a:p>
          <a:p>
            <a:r>
              <a:rPr lang="en-US" dirty="0">
                <a:solidFill>
                  <a:srgbClr val="002060"/>
                </a:solidFill>
              </a:rPr>
              <a:t>    module_1</a:t>
            </a:r>
          </a:p>
          <a:p>
            <a:r>
              <a:rPr lang="en-US" dirty="0">
                <a:solidFill>
                  <a:srgbClr val="002060"/>
                </a:solidFill>
              </a:rPr>
              <a:t>        class_1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function_1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function_2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function_3</a:t>
            </a:r>
          </a:p>
          <a:p>
            <a:r>
              <a:rPr lang="en-US" dirty="0">
                <a:solidFill>
                  <a:srgbClr val="002060"/>
                </a:solidFill>
              </a:rPr>
              <a:t>        class_2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function_4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function_5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function_6 </a:t>
            </a:r>
          </a:p>
          <a:p>
            <a:r>
              <a:rPr lang="en-US" dirty="0">
                <a:solidFill>
                  <a:srgbClr val="002060"/>
                </a:solidFill>
              </a:rPr>
              <a:t>    module_2</a:t>
            </a:r>
          </a:p>
          <a:p>
            <a:r>
              <a:rPr lang="en-US" dirty="0">
                <a:solidFill>
                  <a:srgbClr val="002060"/>
                </a:solidFill>
              </a:rPr>
              <a:t>        class_3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function_7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function_8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function_9</a:t>
            </a:r>
          </a:p>
          <a:p>
            <a:r>
              <a:rPr lang="en-US" dirty="0">
                <a:solidFill>
                  <a:srgbClr val="002060"/>
                </a:solidFill>
              </a:rPr>
              <a:t>        class_4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function_10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function_11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function_12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57400" y="2286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Organised</a:t>
            </a:r>
            <a:r>
              <a:rPr lang="en-US" dirty="0" smtClean="0">
                <a:solidFill>
                  <a:srgbClr val="002060"/>
                </a:solidFill>
              </a:rPr>
              <a:t> Structure</a:t>
            </a:r>
            <a:endParaRPr lang="en-US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84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762000"/>
            <a:ext cx="861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Package</a:t>
            </a:r>
            <a:r>
              <a:rPr lang="en-US" dirty="0">
                <a:solidFill>
                  <a:srgbClr val="002060"/>
                </a:solidFill>
              </a:rPr>
              <a:t>: </a:t>
            </a:r>
            <a:r>
              <a:rPr lang="en-US" dirty="0" err="1" smtClean="0">
                <a:solidFill>
                  <a:srgbClr val="002060"/>
                </a:solidFill>
              </a:rPr>
              <a:t>sklearn</a:t>
            </a:r>
            <a:r>
              <a:rPr lang="en-US" dirty="0" smtClean="0">
                <a:solidFill>
                  <a:srgbClr val="002060"/>
                </a:solidFill>
              </a:rPr>
              <a:t>   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    </a:t>
            </a:r>
            <a:r>
              <a:rPr lang="en-US" dirty="0" smtClean="0">
                <a:solidFill>
                  <a:srgbClr val="FF0000"/>
                </a:solidFill>
              </a:rPr>
              <a:t>Modules</a:t>
            </a:r>
            <a:r>
              <a:rPr lang="en-US" dirty="0" smtClean="0">
                <a:solidFill>
                  <a:srgbClr val="002060"/>
                </a:solidFill>
              </a:rPr>
              <a:t>:preprocessing,feature_selection,ensemble,tree,cluster,model_selection,metrics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       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Classes</a:t>
            </a:r>
            <a:r>
              <a:rPr lang="en-US" dirty="0" smtClean="0">
                <a:solidFill>
                  <a:srgbClr val="002060"/>
                </a:solidFill>
              </a:rPr>
              <a:t>:Imputer,SelectKBest,RandomForestClassifier,GridSearchCV,accuracy_score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57400" y="2286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Package</a:t>
            </a:r>
            <a:endParaRPr lang="en-US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88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762000"/>
            <a:ext cx="8610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Packages (library</a:t>
            </a:r>
            <a:r>
              <a:rPr lang="en-IN" b="1" dirty="0" smtClean="0"/>
              <a:t>):</a:t>
            </a:r>
          </a:p>
          <a:p>
            <a:endParaRPr lang="en-IN" dirty="0"/>
          </a:p>
          <a:p>
            <a:r>
              <a:rPr lang="en-IN" dirty="0"/>
              <a:t>pandas, </a:t>
            </a:r>
            <a:r>
              <a:rPr lang="en-IN" dirty="0" err="1"/>
              <a:t>numpy</a:t>
            </a:r>
            <a:r>
              <a:rPr lang="en-IN" dirty="0"/>
              <a:t>, </a:t>
            </a:r>
            <a:r>
              <a:rPr lang="en-IN" dirty="0" err="1"/>
              <a:t>tensorflow</a:t>
            </a:r>
            <a:r>
              <a:rPr lang="en-IN" dirty="0"/>
              <a:t>, </a:t>
            </a:r>
            <a:r>
              <a:rPr lang="en-IN" dirty="0" err="1"/>
              <a:t>keras</a:t>
            </a:r>
            <a:r>
              <a:rPr lang="en-IN" dirty="0"/>
              <a:t>, </a:t>
            </a:r>
            <a:r>
              <a:rPr lang="en-IN" dirty="0" err="1"/>
              <a:t>sklearn</a:t>
            </a:r>
            <a:r>
              <a:rPr lang="en-IN" dirty="0"/>
              <a:t>, </a:t>
            </a:r>
            <a:r>
              <a:rPr lang="en-IN" dirty="0" err="1"/>
              <a:t>matplotlib</a:t>
            </a:r>
            <a:r>
              <a:rPr lang="en-IN" dirty="0"/>
              <a:t>, </a:t>
            </a:r>
            <a:r>
              <a:rPr lang="en-IN" dirty="0" err="1"/>
              <a:t>seaborn</a:t>
            </a:r>
            <a:r>
              <a:rPr lang="en-IN" dirty="0"/>
              <a:t>, dash, </a:t>
            </a:r>
            <a:r>
              <a:rPr lang="en-IN" dirty="0" err="1"/>
              <a:t>plotly</a:t>
            </a:r>
            <a:r>
              <a:rPr lang="en-IN" dirty="0"/>
              <a:t>, </a:t>
            </a:r>
            <a:r>
              <a:rPr lang="en-IN" dirty="0" err="1"/>
              <a:t>nltk</a:t>
            </a:r>
            <a:r>
              <a:rPr lang="en-IN" dirty="0"/>
              <a:t>,</a:t>
            </a:r>
          </a:p>
          <a:p>
            <a:r>
              <a:rPr lang="en-IN" dirty="0" smtClean="0"/>
              <a:t>Spacy</a:t>
            </a:r>
            <a:r>
              <a:rPr lang="en-IN" dirty="0"/>
              <a:t>, Hugging Face, </a:t>
            </a:r>
            <a:r>
              <a:rPr lang="en-IN" smtClean="0"/>
              <a:t>Standford</a:t>
            </a:r>
            <a:r>
              <a:rPr lang="en-IN" dirty="0" smtClean="0"/>
              <a:t> </a:t>
            </a:r>
            <a:r>
              <a:rPr lang="en-IN" dirty="0"/>
              <a:t>Core NLP, </a:t>
            </a:r>
            <a:r>
              <a:rPr lang="en-IN" dirty="0" err="1"/>
              <a:t>Pytorch</a:t>
            </a:r>
            <a:r>
              <a:rPr lang="en-IN" dirty="0"/>
              <a:t>, </a:t>
            </a:r>
            <a:r>
              <a:rPr lang="en-IN" dirty="0" err="1"/>
              <a:t>OpenCV</a:t>
            </a:r>
            <a:r>
              <a:rPr lang="en-IN" dirty="0"/>
              <a:t>, </a:t>
            </a:r>
            <a:r>
              <a:rPr lang="en-IN" dirty="0" err="1"/>
              <a:t>Grapviz</a:t>
            </a:r>
            <a:r>
              <a:rPr lang="en-IN" dirty="0"/>
              <a:t>, </a:t>
            </a:r>
            <a:r>
              <a:rPr lang="en-IN" dirty="0" err="1"/>
              <a:t>Pydotplus,teradatasql,sqllite</a:t>
            </a:r>
            <a:endParaRPr lang="en-IN" dirty="0"/>
          </a:p>
          <a:p>
            <a:endParaRPr lang="en-IN" dirty="0" smtClean="0"/>
          </a:p>
          <a:p>
            <a:r>
              <a:rPr lang="en-IN" b="1" i="1" dirty="0" smtClean="0"/>
              <a:t>Categorising </a:t>
            </a:r>
            <a:r>
              <a:rPr lang="en-IN" b="1" i="1" dirty="0"/>
              <a:t>packages based on our usage</a:t>
            </a:r>
          </a:p>
          <a:p>
            <a:endParaRPr lang="en-IN" b="1" dirty="0" smtClean="0"/>
          </a:p>
          <a:p>
            <a:r>
              <a:rPr lang="en-IN" b="1" dirty="0" smtClean="0"/>
              <a:t>Machine </a:t>
            </a:r>
            <a:r>
              <a:rPr lang="en-IN" b="1" dirty="0"/>
              <a:t>Learning</a:t>
            </a:r>
            <a:r>
              <a:rPr lang="en-IN" dirty="0"/>
              <a:t>:</a:t>
            </a:r>
          </a:p>
          <a:p>
            <a:r>
              <a:rPr lang="en-IN" dirty="0" err="1"/>
              <a:t>Sklearn</a:t>
            </a:r>
            <a:r>
              <a:rPr lang="en-IN" dirty="0"/>
              <a:t>, pandas, </a:t>
            </a:r>
            <a:r>
              <a:rPr lang="en-IN" dirty="0" err="1"/>
              <a:t>numpy</a:t>
            </a:r>
            <a:endParaRPr lang="en-IN" dirty="0"/>
          </a:p>
          <a:p>
            <a:endParaRPr lang="en-US" b="1" dirty="0" smtClean="0"/>
          </a:p>
          <a:p>
            <a:r>
              <a:rPr lang="en-IN" b="1" dirty="0"/>
              <a:t>Python </a:t>
            </a:r>
            <a:r>
              <a:rPr lang="en-IN" b="1" dirty="0" err="1"/>
              <a:t>Visualaisation</a:t>
            </a:r>
            <a:r>
              <a:rPr lang="en-IN" dirty="0"/>
              <a:t>:</a:t>
            </a:r>
          </a:p>
          <a:p>
            <a:r>
              <a:rPr lang="en-IN" dirty="0" err="1"/>
              <a:t>matplotlib</a:t>
            </a:r>
            <a:r>
              <a:rPr lang="en-IN" dirty="0"/>
              <a:t>, </a:t>
            </a:r>
            <a:r>
              <a:rPr lang="en-IN" dirty="0" err="1"/>
              <a:t>seaborn</a:t>
            </a:r>
            <a:r>
              <a:rPr lang="en-IN" dirty="0"/>
              <a:t>, dash, </a:t>
            </a:r>
            <a:r>
              <a:rPr lang="en-IN" dirty="0" err="1"/>
              <a:t>plotly</a:t>
            </a:r>
            <a:endParaRPr lang="en-IN" dirty="0"/>
          </a:p>
          <a:p>
            <a:endParaRPr lang="en-IN" b="1" dirty="0" smtClean="0"/>
          </a:p>
          <a:p>
            <a:r>
              <a:rPr lang="en-IN" b="1" dirty="0" smtClean="0"/>
              <a:t>Deep </a:t>
            </a:r>
            <a:r>
              <a:rPr lang="en-IN" b="1" dirty="0"/>
              <a:t>Learning</a:t>
            </a:r>
            <a:r>
              <a:rPr lang="en-IN" dirty="0"/>
              <a:t>:</a:t>
            </a:r>
          </a:p>
          <a:p>
            <a:r>
              <a:rPr lang="en-IN" dirty="0" err="1"/>
              <a:t>Tensorflow</a:t>
            </a:r>
            <a:r>
              <a:rPr lang="en-IN" dirty="0"/>
              <a:t>, </a:t>
            </a:r>
            <a:r>
              <a:rPr lang="en-IN" dirty="0" err="1"/>
              <a:t>keras</a:t>
            </a:r>
            <a:r>
              <a:rPr lang="en-IN" dirty="0"/>
              <a:t>, </a:t>
            </a:r>
            <a:r>
              <a:rPr lang="en-IN" dirty="0" err="1"/>
              <a:t>Pytorch</a:t>
            </a:r>
            <a:endParaRPr lang="en-IN" dirty="0"/>
          </a:p>
          <a:p>
            <a:endParaRPr lang="en-IN" b="1" dirty="0" smtClean="0"/>
          </a:p>
          <a:p>
            <a:r>
              <a:rPr lang="en-IN" b="1" dirty="0" smtClean="0"/>
              <a:t>Natural </a:t>
            </a:r>
            <a:r>
              <a:rPr lang="en-IN" b="1" dirty="0"/>
              <a:t>Language Processing</a:t>
            </a:r>
            <a:endParaRPr lang="en-IN" dirty="0"/>
          </a:p>
          <a:p>
            <a:r>
              <a:rPr lang="en-IN" dirty="0" err="1"/>
              <a:t>Nltk</a:t>
            </a:r>
            <a:r>
              <a:rPr lang="en-IN" dirty="0"/>
              <a:t>, </a:t>
            </a:r>
            <a:r>
              <a:rPr lang="en-IN" dirty="0" smtClean="0"/>
              <a:t>Spacy</a:t>
            </a:r>
            <a:r>
              <a:rPr lang="en-IN" dirty="0"/>
              <a:t>, Hugging Face, </a:t>
            </a:r>
            <a:r>
              <a:rPr lang="en-IN" dirty="0" err="1"/>
              <a:t>Stonford</a:t>
            </a:r>
            <a:r>
              <a:rPr lang="en-IN" dirty="0"/>
              <a:t> Core NLP</a:t>
            </a:r>
          </a:p>
          <a:p>
            <a:endParaRPr lang="en-IN" b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2057400" y="2286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Package</a:t>
            </a:r>
            <a:endParaRPr lang="en-US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09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2321</TotalTime>
  <Words>337</Words>
  <Application>Microsoft Office PowerPoint</Application>
  <PresentationFormat>On-screen Show (4:3)</PresentationFormat>
  <Paragraphs>138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Story _ 1</vt:lpstr>
      <vt:lpstr>Story _ 1</vt:lpstr>
      <vt:lpstr>Story _ 1: Steve Woznaik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_ 1</dc:title>
  <dc:creator>Krishna Swamy Jalla</dc:creator>
  <cp:lastModifiedBy>Krishna Swamy Jalla</cp:lastModifiedBy>
  <cp:revision>24</cp:revision>
  <dcterms:created xsi:type="dcterms:W3CDTF">2006-08-16T00:00:00Z</dcterms:created>
  <dcterms:modified xsi:type="dcterms:W3CDTF">2023-02-20T15:31:10Z</dcterms:modified>
</cp:coreProperties>
</file>